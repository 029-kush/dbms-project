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274320"/>
            <a:ext cx="1828800" cy="1828800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78440" y="685800"/>
            <a:ext cx="1051560" cy="10515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deck/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27" y="811987"/>
            <a:ext cx="799186" cy="7991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Lab — BCSE302P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Vector Databases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and Repairing Embedding Drift and Index Staleness in pgvector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206240"/>
            <a:ext cx="5852160" cy="1417320"/>
          </a:xfrm>
          <a:prstGeom prst="rect">
            <a:avLst>
              <a:gd name="adj" fmla="val 7742"/>
            </a:avLst>
          </a:prstGeom>
          <a:solidFill>
            <a:srgbClr val="028090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370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6634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Gupta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Tiwari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675120" y="4206240"/>
            <a:ext cx="4846320" cy="1417320"/>
          </a:xfrm>
          <a:prstGeom prst="rect">
            <a:avLst>
              <a:gd name="adj" fmla="val 7742"/>
            </a:avLst>
          </a:prstGeom>
          <a:solidFill>
            <a:srgbClr val="00A896">
              <a:alpha val="22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949440" y="4370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Lab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949440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BCSE302P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deck/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7" y="43159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blueprint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self-healing repair loop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794760" y="14173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6E6F65">
              <a:alpha val="12000"/>
            </a:srgbClr>
          </a:solidFill>
          <a:ln w="12700">
            <a:solidFill>
              <a:srgbClr val="6E6F6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77640" y="14721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database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77640" y="1764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Vectors, version tags, query log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5080" y="2075688"/>
            <a:ext cx="914" cy="274320"/>
          </a:xfrm>
          <a:prstGeom prst="line">
            <a:avLst/>
          </a:prstGeom>
          <a:noFill/>
          <a:ln w="15875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794760" y="2350008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77640" y="24048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97764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latency, drift signals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55080" y="3008376"/>
            <a:ext cx="914" cy="274320"/>
          </a:xfrm>
          <a:prstGeom prst="line">
            <a:avLst/>
          </a:prstGeom>
          <a:noFill/>
          <a:ln w="15875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794760" y="3282696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6A4C93">
              <a:alpha val="12000"/>
            </a:srgbClr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77640" y="3337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issue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977640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Drift, staleness, or both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55080" y="3941064"/>
            <a:ext cx="914" cy="274320"/>
          </a:xfrm>
          <a:prstGeom prst="line">
            <a:avLst/>
          </a:prstGeom>
          <a:noFill/>
          <a:ln w="15875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794760" y="421538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77640" y="42702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repair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977640" y="45628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Re-embed stale rows or reindex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55080" y="4873752"/>
            <a:ext cx="914" cy="274320"/>
          </a:xfrm>
          <a:prstGeom prst="line">
            <a:avLst/>
          </a:prstGeom>
          <a:noFill/>
          <a:ln w="15875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794760" y="5148072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C97A2B">
              <a:alpha val="12000"/>
            </a:srgbClr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77640" y="52029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promote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977640" y="54955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recall check before swap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5800" y="141732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D8552F">
              <a:alpha val="15000"/>
            </a:srgbClr>
          </a:solidFill>
          <a:ln w="12700">
            <a:solidFill>
              <a:srgbClr val="D8552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1417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injector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154680" y="1746504"/>
            <a:ext cx="640080" cy="914"/>
          </a:xfrm>
          <a:prstGeom prst="line">
            <a:avLst/>
          </a:prstGeom>
          <a:noFill/>
          <a:ln w="15875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915400" y="5477256"/>
            <a:ext cx="502920" cy="914"/>
          </a:xfrm>
          <a:prstGeom prst="line">
            <a:avLst/>
          </a:prstGeom>
          <a:noFill/>
          <a:ln w="15875">
            <a:solidFill>
              <a:srgbClr val="5B6B6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418320" y="1746504"/>
            <a:ext cx="914" cy="3730752"/>
          </a:xfrm>
          <a:prstGeom prst="line">
            <a:avLst/>
          </a:prstGeom>
          <a:noFill/>
          <a:ln w="15875">
            <a:solidFill>
              <a:srgbClr val="5B6B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915400" y="1746504"/>
            <a:ext cx="502920" cy="914"/>
          </a:xfrm>
          <a:prstGeom prst="line">
            <a:avLst/>
          </a:prstGeom>
          <a:noFill/>
          <a:ln w="15875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31" name="Text 28"/>
          <p:cNvSpPr/>
          <p:nvPr/>
        </p:nvSpPr>
        <p:spPr>
          <a:xfrm rot="16200000">
            <a:off x="9098280" y="3108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pgvector  •  Database Systems Lab BCSE302P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D8552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2331720"/>
            <a:ext cx="1234440" cy="1234440"/>
          </a:xfrm>
          <a:prstGeom prst="ellipse">
            <a:avLst/>
          </a:prstGeom>
          <a:solidFill>
            <a:srgbClr val="D8552F"/>
          </a:solidFill>
          <a:ln/>
        </p:spPr>
      </p:sp>
      <p:pic>
        <p:nvPicPr>
          <p:cNvPr id="4" name="Image 0" descr="/home/claude/deck/icons/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693" y="2479853"/>
            <a:ext cx="938174" cy="9381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0" y="18288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injector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657600" y="2697480"/>
            <a:ext cx="502920" cy="36576"/>
          </a:xfrm>
          <a:prstGeom prst="rect">
            <a:avLst/>
          </a:prstGeom>
          <a:solidFill>
            <a:srgbClr val="D8552F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301752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breaks the database in a controlled, repeatable way — simulating embedding drift (re-embedding a subset of rows with a different model) or index staleness (bulk insert/delete churn without reindexing) — so the pipeline has a real fault to detect and repair.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pgvector  •  Database Systems Lab BCSE302P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6E6F6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2331720"/>
            <a:ext cx="1234440" cy="1234440"/>
          </a:xfrm>
          <a:prstGeom prst="ellipse">
            <a:avLst/>
          </a:prstGeom>
          <a:solidFill>
            <a:srgbClr val="6E6F65"/>
          </a:solidFill>
          <a:ln/>
        </p:spPr>
      </p:sp>
      <p:pic>
        <p:nvPicPr>
          <p:cNvPr id="4" name="Image 0" descr="/home/claude/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693" y="2479853"/>
            <a:ext cx="938174" cy="9381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6E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OF 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0" y="18288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 database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657600" y="2697480"/>
            <a:ext cx="502920" cy="36576"/>
          </a:xfrm>
          <a:prstGeom prst="rect">
            <a:avLst/>
          </a:prstGeom>
          <a:solidFill>
            <a:srgbClr val="6E6F65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301752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under test, extended with an embedding_model_version tag, created_at / last_reindexed_at timestamps, and a query log — the metadata that lets drift and staleness be told apart from outside the database.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pgvector  •  Database Systems Lab BCSE302P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2331720"/>
            <a:ext cx="1234440" cy="12344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dec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693" y="2479853"/>
            <a:ext cx="938174" cy="9381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OF 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0" y="18288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657600" y="2697480"/>
            <a:ext cx="502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301752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job that turns database state into numbers: canary-set recall@k, query latency, nearest-neighbor distance-distribution shift, and embedding-version skew — the sensor layer the rest of the pipeline acts on.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pgvector  •  Database Systems Lab BCSE302P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6A4C9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2331720"/>
            <a:ext cx="1234440" cy="1234440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4" name="Image 0" descr="/home/claude/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693" y="2479853"/>
            <a:ext cx="938174" cy="9381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0" y="18288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issue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657600" y="2697480"/>
            <a:ext cx="502920" cy="36576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301752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threshold-based decision layer that reads the monitoring signals and classifies the failure as drift, staleness, or both — routing to the correct fix instead of a one-size-fits-all rebuild.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pgvector  •  Database Systems Lab BCSE302P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2331720"/>
            <a:ext cx="1234440" cy="12344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/home/claude/deck/icons/wr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693" y="2479853"/>
            <a:ext cx="938174" cy="9381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OF 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0" y="18288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repair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657600" y="2697480"/>
            <a:ext cx="50292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301752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only the fix the diagnosis calls for — re-embedding stale rows with the current model, or rebuilding the affected index partitions — so recovery is faster and cheaper than a full rebuild.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pgvector  •  Database Systems Lab BCSE302P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C97A2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2331720"/>
            <a:ext cx="1234440" cy="123444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4" name="Image 0" descr="/home/claude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693" y="2479853"/>
            <a:ext cx="938174" cy="9381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OF 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0" y="18288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and promote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657600" y="2697480"/>
            <a:ext cx="502920" cy="36576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301752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the canary set against the repaired database before it goes live. A fix that doesn't restore recall is rejected rather than silently shipped — and once promoted, the loop closes back into monitoring.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pgvector  •  Database Systems Lab BCSE302P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2026-09-07T13:05:17Z</dcterms:created>
  <dcterms:modified xsi:type="dcterms:W3CDTF">2026-09-07T13:05:17Z</dcterms:modified>
</cp:coreProperties>
</file>